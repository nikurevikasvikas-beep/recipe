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66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457200"/>
            <a:ext cx="1828800" cy="1828800"/>
          </a:xfrm>
          <a:prstGeom prst="ellipse">
            <a:avLst/>
          </a:prstGeom>
          <a:solidFill>
            <a:srgbClr val="E6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1920240"/>
            <a:ext cx="1143000" cy="1143000"/>
          </a:xfrm>
          <a:prstGeom prst="ellipse">
            <a:avLst/>
          </a:prstGeom>
          <a:solidFill>
            <a:srgbClr val="56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2743200"/>
            <a:ext cx="914400" cy="914400"/>
          </a:xfrm>
          <a:prstGeom prst="ellipse">
            <a:avLst/>
          </a:prstGeom>
          <a:solidFill>
            <a:srgbClr val="F4C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6583680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7772400" cy="685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3000" b="1">
                <a:solidFill>
                  <a:srgbClr val="F4CF92"/>
                </a:solidFill>
                <a:latin typeface="Aptos"/>
              </a:defRPr>
            </a:pPr>
            <a:r>
              <a:t>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6858000" cy="9144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A simple digital space to discover, save and manage recipes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53128"/>
            <a:ext cx="365760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38A12-F00C-D4E8-80F3-E34EA68FB77E}"/>
              </a:ext>
            </a:extLst>
          </p:cNvPr>
          <p:cNvSpPr txBox="1"/>
          <p:nvPr/>
        </p:nvSpPr>
        <p:spPr>
          <a:xfrm>
            <a:off x="722376" y="4727448"/>
            <a:ext cx="1472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Presented by: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ABEAE-2947-FAE6-A509-1AEFF4D405FC}"/>
              </a:ext>
            </a:extLst>
          </p:cNvPr>
          <p:cNvSpPr txBox="1"/>
          <p:nvPr/>
        </p:nvSpPr>
        <p:spPr>
          <a:xfrm>
            <a:off x="731520" y="5138928"/>
            <a:ext cx="19910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N.VIKAS</a:t>
            </a:r>
          </a:p>
          <a:p>
            <a:r>
              <a:rPr lang="en-IN" dirty="0"/>
              <a:t>N.GOWTHAM</a:t>
            </a:r>
          </a:p>
          <a:p>
            <a:r>
              <a:rPr lang="en-IN" dirty="0"/>
              <a:t>Y.CHANDHU REDDY</a:t>
            </a:r>
          </a:p>
          <a:p>
            <a:r>
              <a:rPr lang="en-IN" dirty="0"/>
              <a:t>A.SRAVAN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800" b="1">
                <a:solidFill>
                  <a:srgbClr val="2A6643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E6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1100" b="1">
                <a:solidFill>
                  <a:srgbClr val="5C696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149840" cy="11430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500" b="0">
                <a:solidFill>
                  <a:srgbClr val="232B26"/>
                </a:solidFill>
                <a:latin typeface="Aptos"/>
              </a:defRPr>
            </a:pPr>
            <a:r>
              <a:t>A Recipe Management Platform is a web application that helps users organize and explore food recipes in one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60704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B26"/>
                </a:solidFill>
                <a:latin typeface="Aptos"/>
              </a:defRPr>
            </a:pPr>
            <a:r>
              <a:t>•  Users can browse recipes with images and instructions.</a:t>
            </a:r>
          </a:p>
          <a:p>
            <a:pPr>
              <a:spcAft>
                <a:spcPts val="1800"/>
              </a:spcAft>
              <a:defRPr sz="2100">
                <a:solidFill>
                  <a:srgbClr val="232B26"/>
                </a:solidFill>
                <a:latin typeface="Aptos"/>
              </a:defRPr>
            </a:pPr>
            <a:r>
              <a:t>•  Recipes can be searched by name or filtered by category.</a:t>
            </a:r>
          </a:p>
          <a:p>
            <a:pPr>
              <a:spcAft>
                <a:spcPts val="1800"/>
              </a:spcAft>
              <a:defRPr sz="2100">
                <a:solidFill>
                  <a:srgbClr val="232B26"/>
                </a:solidFill>
                <a:latin typeface="Aptos"/>
              </a:defRPr>
            </a:pPr>
            <a:r>
              <a:t>•  Registered users can save favorite recipes.</a:t>
            </a:r>
          </a:p>
          <a:p>
            <a:pPr>
              <a:spcAft>
                <a:spcPts val="1800"/>
              </a:spcAft>
              <a:defRPr sz="2100">
                <a:solidFill>
                  <a:srgbClr val="232B26"/>
                </a:solidFill>
                <a:latin typeface="Aptos"/>
              </a:defRPr>
            </a:pPr>
            <a:r>
              <a:t>•  Administrators can manage recipe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800" b="1">
                <a:solidFill>
                  <a:srgbClr val="2A6643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E6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1100" b="1">
                <a:solidFill>
                  <a:srgbClr val="5C696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32B26"/>
                </a:solidFill>
                <a:latin typeface="Aptos"/>
              </a:defRPr>
            </a:pPr>
            <a:r>
              <a:t>•  Recipes are often scattered across websites, videos and notes.</a:t>
            </a:r>
          </a:p>
          <a:p>
            <a:pPr>
              <a:spcAft>
                <a:spcPts val="1800"/>
              </a:spcAft>
              <a:defRPr sz="2300">
                <a:solidFill>
                  <a:srgbClr val="232B26"/>
                </a:solidFill>
                <a:latin typeface="Aptos"/>
              </a:defRPr>
            </a:pPr>
            <a:r>
              <a:t>•  Finding a recipe that matches a user's interest can take time.</a:t>
            </a:r>
          </a:p>
          <a:p>
            <a:pPr>
              <a:spcAft>
                <a:spcPts val="1800"/>
              </a:spcAft>
              <a:defRPr sz="2300">
                <a:solidFill>
                  <a:srgbClr val="232B26"/>
                </a:solidFill>
                <a:latin typeface="Aptos"/>
              </a:defRPr>
            </a:pPr>
            <a:r>
              <a:t>•  Saved recipes may be difficult to organize and access later.</a:t>
            </a:r>
          </a:p>
          <a:p>
            <a:pPr>
              <a:spcAft>
                <a:spcPts val="1800"/>
              </a:spcAft>
              <a:defRPr sz="2300">
                <a:solidFill>
                  <a:srgbClr val="232B26"/>
                </a:solidFill>
                <a:latin typeface="Aptos"/>
              </a:defRPr>
            </a:pPr>
            <a:r>
              <a:t>•  A single platform can make recipe discovery and management easier.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800" b="1">
                <a:solidFill>
                  <a:srgbClr val="2A6643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E6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1100" b="1">
                <a:solidFill>
                  <a:srgbClr val="5C696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6400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E6914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81912"/>
            <a:ext cx="3840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200" b="1">
                <a:solidFill>
                  <a:srgbClr val="2A6643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03120"/>
            <a:ext cx="3886200" cy="685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0">
                <a:solidFill>
                  <a:srgbClr val="232B26"/>
                </a:solidFill>
                <a:latin typeface="Aptos"/>
              </a:defRPr>
            </a:pPr>
            <a:r>
              <a:t>Browse recipes with clear images and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6400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E6914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581912"/>
            <a:ext cx="3840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200" b="1">
                <a:solidFill>
                  <a:srgbClr val="2A6643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03120"/>
            <a:ext cx="3886200" cy="685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0">
                <a:solidFill>
                  <a:srgbClr val="232B26"/>
                </a:solidFill>
                <a:latin typeface="Aptos"/>
              </a:defRPr>
            </a:pPr>
            <a:r>
              <a:t>Find recipes by name or category.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749040"/>
            <a:ext cx="6400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E6914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30752"/>
            <a:ext cx="3840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200" b="1">
                <a:solidFill>
                  <a:srgbClr val="2A6643"/>
                </a:solidFill>
                <a:latin typeface="Aptos"/>
              </a:defRPr>
            </a:pPr>
            <a:r>
              <a:t>Organize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51960"/>
            <a:ext cx="3886200" cy="685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0">
                <a:solidFill>
                  <a:srgbClr val="232B26"/>
                </a:solidFill>
                <a:latin typeface="Aptos"/>
              </a:defRPr>
            </a:pPr>
            <a:r>
              <a:t>Save favorite recipes for later.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5661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40"/>
            <a:ext cx="6400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E6914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730752"/>
            <a:ext cx="3840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200" b="1">
                <a:solidFill>
                  <a:srgbClr val="2A6643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251960"/>
            <a:ext cx="3886200" cy="685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0">
                <a:solidFill>
                  <a:srgbClr val="232B26"/>
                </a:solidFill>
                <a:latin typeface="Aptos"/>
              </a:defRPr>
            </a:pPr>
            <a:r>
              <a:t>Allow admins to add, edit and delete recipes.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800" b="1">
                <a:solidFill>
                  <a:srgbClr val="2A6643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E6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1100" b="1">
                <a:solidFill>
                  <a:srgbClr val="5C696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32B26"/>
                </a:solidFill>
                <a:latin typeface="Aptos"/>
              </a:defRPr>
            </a:pPr>
            <a:r>
              <a:t>•  User registration and login</a:t>
            </a:r>
          </a:p>
          <a:p>
            <a:pPr>
              <a:spcAft>
                <a:spcPts val="1800"/>
              </a:spcAft>
              <a:defRPr sz="2000">
                <a:solidFill>
                  <a:srgbClr val="232B26"/>
                </a:solidFill>
                <a:latin typeface="Aptos"/>
              </a:defRPr>
            </a:pPr>
            <a:r>
              <a:t>•  Role-based access: normal user and administrator</a:t>
            </a:r>
          </a:p>
          <a:p>
            <a:pPr>
              <a:spcAft>
                <a:spcPts val="1800"/>
              </a:spcAft>
              <a:defRPr sz="2000">
                <a:solidFill>
                  <a:srgbClr val="232B26"/>
                </a:solidFill>
                <a:latin typeface="Aptos"/>
              </a:defRPr>
            </a:pPr>
            <a:r>
              <a:t>•  Recipe cards with food images, ingredients and cooking steps</a:t>
            </a:r>
          </a:p>
          <a:p>
            <a:pPr>
              <a:spcAft>
                <a:spcPts val="1800"/>
              </a:spcAft>
              <a:defRPr sz="2000">
                <a:solidFill>
                  <a:srgbClr val="232B26"/>
                </a:solidFill>
                <a:latin typeface="Aptos"/>
              </a:defRPr>
            </a:pPr>
            <a:r>
              <a:t>•  Search and category filtering</a:t>
            </a:r>
          </a:p>
          <a:p>
            <a:pPr>
              <a:spcAft>
                <a:spcPts val="1800"/>
              </a:spcAft>
              <a:defRPr sz="2000">
                <a:solidFill>
                  <a:srgbClr val="232B26"/>
                </a:solidFill>
                <a:latin typeface="Aptos"/>
              </a:defRPr>
            </a:pPr>
            <a:r>
              <a:t>•  Add, view, edit and delete recipes</a:t>
            </a:r>
          </a:p>
          <a:p>
            <a:pPr>
              <a:spcAft>
                <a:spcPts val="1800"/>
              </a:spcAft>
              <a:defRPr sz="2000">
                <a:solidFill>
                  <a:srgbClr val="232B26"/>
                </a:solidFill>
                <a:latin typeface="Aptos"/>
              </a:defRPr>
            </a:pPr>
            <a:r>
              <a:t>•  Save and remove favorite recipes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800" b="1">
                <a:solidFill>
                  <a:srgbClr val="2A6643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E6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1100" b="1">
                <a:solidFill>
                  <a:srgbClr val="5C696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9202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700" b="1">
                <a:solidFill>
                  <a:srgbClr val="E69141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25880"/>
            <a:ext cx="30175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100" b="1">
                <a:solidFill>
                  <a:srgbClr val="2A6643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325880"/>
            <a:ext cx="52120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700" b="0">
                <a:solidFill>
                  <a:srgbClr val="232B26"/>
                </a:solidFill>
                <a:latin typeface="Aptos"/>
              </a:defRPr>
            </a:pPr>
            <a:r>
              <a:t>Builds the interactive 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9202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700" b="1">
                <a:solidFill>
                  <a:srgbClr val="E69141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68880"/>
            <a:ext cx="30175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100" b="1">
                <a:solidFill>
                  <a:srgbClr val="2A6643"/>
                </a:solidFill>
                <a:latin typeface="Aptos"/>
              </a:defRPr>
            </a:pPr>
            <a:r>
              <a:t>Node.js +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468880"/>
            <a:ext cx="52120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700" b="0">
                <a:solidFill>
                  <a:srgbClr val="232B26"/>
                </a:solidFill>
                <a:latin typeface="Aptos"/>
              </a:defRPr>
            </a:pPr>
            <a:r>
              <a:t>Handles requests and application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9202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700" b="1">
                <a:solidFill>
                  <a:srgbClr val="E69141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611880"/>
            <a:ext cx="3017520" cy="70173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100" b="1">
                <a:solidFill>
                  <a:srgbClr val="2A6643"/>
                </a:solidFill>
                <a:latin typeface="Aptos"/>
              </a:defRPr>
            </a:pPr>
            <a:r>
              <a:rPr lang="en-IN" dirty="0"/>
              <a:t>MongoDB</a:t>
            </a:r>
          </a:p>
          <a:p>
            <a:pPr>
              <a:defRPr sz="2100" b="1">
                <a:solidFill>
                  <a:srgbClr val="2A6643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715000" y="3611880"/>
            <a:ext cx="52120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700" b="0">
                <a:solidFill>
                  <a:srgbClr val="232B26"/>
                </a:solidFill>
                <a:latin typeface="Aptos"/>
              </a:defRPr>
            </a:pPr>
            <a:r>
              <a:t>Stores users, recipes and favorites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19202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700" b="1">
                <a:solidFill>
                  <a:srgbClr val="E69141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754880"/>
            <a:ext cx="30175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100" b="1">
                <a:solidFill>
                  <a:srgbClr val="2A6643"/>
                </a:solidFill>
                <a:latin typeface="Aptos"/>
              </a:defRPr>
            </a:pPr>
            <a:r>
              <a:t>Authentication +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754880"/>
            <a:ext cx="52120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700" b="0">
                <a:solidFill>
                  <a:srgbClr val="232B26"/>
                </a:solidFill>
                <a:latin typeface="Aptos"/>
              </a:defRPr>
            </a:pPr>
            <a:r>
              <a:t>Controls access to protected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800" b="1">
                <a:solidFill>
                  <a:srgbClr val="2A6643"/>
                </a:solidFill>
                <a:latin typeface="Aptos"/>
              </a:defRPr>
            </a:pPr>
            <a:r>
              <a:t>How the Platform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E6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1100" b="1">
                <a:solidFill>
                  <a:srgbClr val="5C696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25880"/>
            <a:ext cx="502920" cy="502920"/>
          </a:xfrm>
          <a:prstGeom prst="ellipse">
            <a:avLst/>
          </a:prstGeom>
          <a:solidFill>
            <a:srgbClr val="2A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53312"/>
            <a:ext cx="93268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000" b="0">
                <a:solidFill>
                  <a:srgbClr val="232B26"/>
                </a:solidFill>
                <a:latin typeface="Aptos"/>
              </a:defRPr>
            </a:pPr>
            <a:r>
              <a:t>User opens the website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2A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21991"/>
            <a:ext cx="93268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000" b="0">
                <a:solidFill>
                  <a:srgbClr val="232B26"/>
                </a:solidFill>
                <a:latin typeface="Aptos"/>
              </a:defRPr>
            </a:pPr>
            <a:r>
              <a:t>Registers or logs in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063239"/>
            <a:ext cx="502920" cy="502920"/>
          </a:xfrm>
          <a:prstGeom prst="ellipse">
            <a:avLst/>
          </a:prstGeom>
          <a:solidFill>
            <a:srgbClr val="2A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1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90671"/>
            <a:ext cx="93268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000" b="0">
                <a:solidFill>
                  <a:srgbClr val="232B26"/>
                </a:solidFill>
                <a:latin typeface="Aptos"/>
              </a:defRPr>
            </a:pPr>
            <a:r>
              <a:t>Searches or browses recipes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2A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959352"/>
            <a:ext cx="93268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000" b="0">
                <a:solidFill>
                  <a:srgbClr val="232B26"/>
                </a:solidFill>
                <a:latin typeface="Aptos"/>
              </a:defRPr>
            </a:pPr>
            <a:r>
              <a:t>Opens a recipe to see ingredients and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800600"/>
            <a:ext cx="502920" cy="502920"/>
          </a:xfrm>
          <a:prstGeom prst="ellipse">
            <a:avLst/>
          </a:prstGeom>
          <a:solidFill>
            <a:srgbClr val="2A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2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828032"/>
            <a:ext cx="93268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000" b="0">
                <a:solidFill>
                  <a:srgbClr val="232B26"/>
                </a:solidFill>
                <a:latin typeface="Aptos"/>
              </a:defRPr>
            </a:pPr>
            <a:r>
              <a:t>Saves favorites or manages recipes based on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800" b="1">
                <a:solidFill>
                  <a:srgbClr val="2A6643"/>
                </a:solidFill>
                <a:latin typeface="Aptos"/>
              </a:defRPr>
            </a:pPr>
            <a:r>
              <a:t>Database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E6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1100" b="1">
                <a:solidFill>
                  <a:srgbClr val="5C696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100" b="0">
                <a:solidFill>
                  <a:srgbClr val="232B26"/>
                </a:solidFill>
                <a:latin typeface="Aptos"/>
              </a:defRPr>
            </a:pPr>
            <a:r>
              <a:t>The MySQL database keeps the platform's information organized in related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2200" b="1">
                <a:solidFill>
                  <a:srgbClr val="2A6643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2926080" cy="7315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500" b="0">
                <a:solidFill>
                  <a:srgbClr val="232B26"/>
                </a:solidFill>
                <a:latin typeface="Aptos"/>
              </a:defRPr>
            </a:pPr>
            <a:r>
              <a:t>user ID, name, email, password hash, 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4231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2697480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2200" b="1">
                <a:solidFill>
                  <a:srgbClr val="2A6643"/>
                </a:solidFill>
                <a:latin typeface="Aptos"/>
              </a:defRPr>
            </a:pPr>
            <a:r>
              <a:t>Recipes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37560"/>
            <a:ext cx="2926080" cy="7315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500" b="0">
                <a:solidFill>
                  <a:srgbClr val="232B26"/>
                </a:solidFill>
                <a:latin typeface="Aptos"/>
              </a:defRPr>
            </a:pPr>
            <a:r>
              <a:t>recipe ID, title, image, ingredients, steps,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4231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2697480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2200" b="1">
                <a:solidFill>
                  <a:srgbClr val="2A6643"/>
                </a:solidFill>
                <a:latin typeface="Aptos"/>
              </a:defRPr>
            </a:pPr>
            <a:r>
              <a:t>Favorites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337560"/>
            <a:ext cx="2926080" cy="7315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500" b="0">
                <a:solidFill>
                  <a:srgbClr val="232B26"/>
                </a:solidFill>
                <a:latin typeface="Aptos"/>
              </a:defRPr>
            </a:pPr>
            <a:r>
              <a:t>favorite ID, user ID, recipe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24128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800" b="0">
                <a:solidFill>
                  <a:srgbClr val="5C6960"/>
                </a:solidFill>
                <a:latin typeface="Aptos"/>
              </a:defRPr>
            </a:pPr>
            <a:r>
              <a:t>Relationships connect users to their saved recipes and recipes to their categories.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800" b="1">
                <a:solidFill>
                  <a:srgbClr val="2A6643"/>
                </a:solidFill>
                <a:latin typeface="Aptos"/>
              </a:defRPr>
            </a:pPr>
            <a:r>
              <a:t>Benefits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E6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1100" b="1">
                <a:solidFill>
                  <a:srgbClr val="5C696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365760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200" b="1">
                <a:solidFill>
                  <a:srgbClr val="2A6643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937760" cy="32004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32B26"/>
                </a:solidFill>
                <a:latin typeface="Aptos"/>
              </a:defRPr>
            </a:pPr>
            <a:r>
              <a:t>•  Saves time finding recipes</a:t>
            </a:r>
          </a:p>
          <a:p>
            <a:pPr>
              <a:spcAft>
                <a:spcPts val="1800"/>
              </a:spcAft>
              <a:defRPr sz="1800">
                <a:solidFill>
                  <a:srgbClr val="232B26"/>
                </a:solidFill>
                <a:latin typeface="Aptos"/>
              </a:defRPr>
            </a:pPr>
            <a:r>
              <a:t>•  Keeps favorite recipes organized</a:t>
            </a:r>
          </a:p>
          <a:p>
            <a:pPr>
              <a:spcAft>
                <a:spcPts val="1800"/>
              </a:spcAft>
              <a:defRPr sz="1800">
                <a:solidFill>
                  <a:srgbClr val="232B26"/>
                </a:solidFill>
                <a:latin typeface="Aptos"/>
              </a:defRPr>
            </a:pPr>
            <a:r>
              <a:t>•  Simple and user-friendly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325880"/>
            <a:ext cx="457200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200" b="1">
                <a:solidFill>
                  <a:srgbClr val="2A6643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502920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32B26"/>
                </a:solidFill>
                <a:latin typeface="Aptos"/>
              </a:defRPr>
            </a:pPr>
            <a:r>
              <a:t>•  Meal planning and shopping lists</a:t>
            </a:r>
          </a:p>
          <a:p>
            <a:pPr>
              <a:spcAft>
                <a:spcPts val="1800"/>
              </a:spcAft>
              <a:defRPr sz="1800">
                <a:solidFill>
                  <a:srgbClr val="232B26"/>
                </a:solidFill>
                <a:latin typeface="Aptos"/>
              </a:defRPr>
            </a:pPr>
            <a:r>
              <a:t>•  Ratings and user comments</a:t>
            </a:r>
          </a:p>
          <a:p>
            <a:pPr>
              <a:spcAft>
                <a:spcPts val="1800"/>
              </a:spcAft>
              <a:defRPr sz="1800">
                <a:solidFill>
                  <a:srgbClr val="232B26"/>
                </a:solidFill>
                <a:latin typeface="Aptos"/>
              </a:defRPr>
            </a:pPr>
            <a:r>
              <a:t>•  Nutrition and cooking-time filters</a:t>
            </a:r>
          </a:p>
          <a:p>
            <a:pPr>
              <a:spcAft>
                <a:spcPts val="1800"/>
              </a:spcAft>
              <a:defRPr sz="1800">
                <a:solidFill>
                  <a:srgbClr val="232B26"/>
                </a:solidFill>
                <a:latin typeface="Aptos"/>
              </a:defRPr>
            </a:pPr>
            <a:r>
              <a:t>•  Mobile-friendly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66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1069848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2600" b="1">
                <a:solidFill>
                  <a:srgbClr val="F4CF92"/>
                </a:solidFill>
                <a:latin typeface="Aptos"/>
              </a:defRPr>
            </a:pPr>
            <a:r>
              <a:t>Recipe Management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423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nagamoni gowtham</cp:lastModifiedBy>
  <cp:revision>2</cp:revision>
  <dcterms:created xsi:type="dcterms:W3CDTF">2013-01-27T09:14:16Z</dcterms:created>
  <dcterms:modified xsi:type="dcterms:W3CDTF">2026-10-10T04:41:10Z</dcterms:modified>
  <cp:category/>
</cp:coreProperties>
</file>